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029200"/>
            <a:ext cx="3474720" cy="34747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420624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07592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457200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6424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07592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08760" y="658368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6424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07592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08760" y="859536"/>
            <a:ext cx="45720" cy="45720"/>
          </a:xfrm>
          <a:prstGeom prst="ellipse">
            <a:avLst/>
          </a:prstGeom>
          <a:solidFill>
            <a:srgbClr val="0E7C86">
              <a:alpha val="75000"/>
            </a:srgbClr>
          </a:solidFill>
          <a:ln/>
        </p:spPr>
      </p:sp>
      <p:pic>
        <p:nvPicPr>
          <p:cNvPr id="23" name="Image 0" descr="/home/claude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556" y="685800"/>
            <a:ext cx="4053840" cy="11887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0" y="19933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 •  Greater Noida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280160" y="2450592"/>
            <a:ext cx="9628632" cy="1298448"/>
          </a:xfrm>
          <a:prstGeom prst="roundRect">
            <a:avLst>
              <a:gd name="adj" fmla="val 9859"/>
            </a:avLst>
          </a:prstGeom>
          <a:solidFill>
            <a:srgbClr val="0E7C86">
              <a:alpha val="1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280160" y="2450592"/>
            <a:ext cx="9628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Web Development Internship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InAmigos Foundation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0" y="385876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 T E R N S H I P   P R E S E N T A T I O 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286000" y="4343400"/>
            <a:ext cx="7616952" cy="1536192"/>
          </a:xfrm>
          <a:prstGeom prst="roundRect">
            <a:avLst>
              <a:gd name="adj" fmla="val 714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78608" y="4494276"/>
            <a:ext cx="82296" cy="8229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0" name="Text 27"/>
          <p:cNvSpPr/>
          <p:nvPr/>
        </p:nvSpPr>
        <p:spPr>
          <a:xfrm>
            <a:off x="2788920" y="4343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577840" y="434340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Alyssa Suri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340864" y="4727448"/>
            <a:ext cx="7507224" cy="3840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578608" y="4878324"/>
            <a:ext cx="82296" cy="8229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4" name="Text 31"/>
          <p:cNvSpPr/>
          <p:nvPr/>
        </p:nvSpPr>
        <p:spPr>
          <a:xfrm>
            <a:off x="2788920" y="4727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577840" y="4727448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25SCS1003001645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2578608" y="5262372"/>
            <a:ext cx="82296" cy="8229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7" name="Text 34"/>
          <p:cNvSpPr/>
          <p:nvPr/>
        </p:nvSpPr>
        <p:spPr>
          <a:xfrm>
            <a:off x="2788920" y="5111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577840" y="511149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Semester 3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2340864" y="5495544"/>
            <a:ext cx="7507224" cy="3840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2578608" y="5646420"/>
            <a:ext cx="82296" cy="8229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1" name="Text 38"/>
          <p:cNvSpPr/>
          <p:nvPr/>
        </p:nvSpPr>
        <p:spPr>
          <a:xfrm>
            <a:off x="2788920" y="5495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5577840" y="54955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InAmigos Foundation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27000">
            <a:solidFill>
              <a:srgbClr val="E4F1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0525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AI-assisted web development internship, remote (work-from-home)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0100" y="1874520"/>
            <a:ext cx="0" cy="23317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1673352"/>
            <a:ext cx="173736" cy="1737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4813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7830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July – 5 August 2026, completed fully remotely as part of the B.Tech CSE curriculum at IILM University.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" y="2971800"/>
            <a:ext cx="173736" cy="1737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7797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08152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front-end web development skills alongside AI-assisted tools to support the Foundation's digital presence.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3232" y="4270248"/>
            <a:ext cx="173736" cy="1737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078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379976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and Gemini were used throughout for design, coding and content-creation tasks.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03720" y="1463040"/>
            <a:ext cx="4754880" cy="4709160"/>
          </a:xfrm>
          <a:prstGeom prst="roundRect">
            <a:avLst>
              <a:gd name="adj" fmla="val 2718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178308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8638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InAmigos Foundation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269480" y="2569464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4597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Section-8 registered non-profit, licensed by the Central Government of India (Reg. No. U85300CT2020NPL010641).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9480" y="3227832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11810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under CSR-1 and holds 80G tax-exemption status.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69480" y="3886200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7764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with a network of 200+ volunteers across India.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9480" y="4544568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44348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arts, commerce, sports, environmental protection and community welfare.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69480" y="5202936"/>
            <a:ext cx="82296" cy="822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50932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virtual internship programs in Web Development, AI, Content Writing, Digital Marketing and Graphic Design.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Alyssa Suri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9144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052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goals guiding the internship, with selected deliverables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00684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4447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Website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170078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developer portfolio built with an AI-assisted workflow.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74366"/>
            <a:ext cx="365760" cy="3657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7436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3779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“Learn with AI” Page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269382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AI-themed landing page demonstrating front-end skills.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67405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6740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430829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Audit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3686861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of the InAmigos Foundation website.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60443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6044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423867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Prototype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51560" y="4679899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donation &amp; volunteer-registration section.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453482"/>
            <a:ext cx="365760" cy="3657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534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541690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Support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567293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 work and feedback with the Foundation.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Deliverables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720840" y="1783080"/>
            <a:ext cx="4937760" cy="2029968"/>
          </a:xfrm>
          <a:prstGeom prst="roundRect">
            <a:avLst>
              <a:gd name="adj" fmla="val 4505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9" name="Image 0" descr="/home/claude/assets/learn_with_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920240"/>
            <a:ext cx="4663440" cy="1417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858000" y="33924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“Learn with AI” landing page — Task 3 deliverable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720840" y="3977640"/>
            <a:ext cx="4937760" cy="2029968"/>
          </a:xfrm>
          <a:prstGeom prst="roundRect">
            <a:avLst>
              <a:gd name="adj" fmla="val 4505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2" name="Image 1" descr="/home/claude/assets/feature_prototyp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4114800"/>
            <a:ext cx="4663440" cy="1417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858000" y="5586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Feature-highlight redesign prototype — Task 4 deliverable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Alyssa Suri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01600">
            <a:solidFill>
              <a:srgbClr val="E4F1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Task-Based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0525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tasks executed in sequence over the two-week internship period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3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6420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60934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Portfolio Website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50545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portfolio (About, Skills, Projects, Contact) built with HTML, CSS, JS via Google AntiGravity; deployed on Vercel.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38988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3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664208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160934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Analysis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250545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Section-by-section audit of the live InAmigos Foundation site — 14 issues identified and prioritized in a Change Summary document.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3F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69417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“Learn with AI” Website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5902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AI-learning-platform landing page with hero, features, courses and testimonials; deployed on Vercel.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4747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3F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37490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369417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 Prototype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4652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45902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Top-priority audit findings translated into a working mockup: an improved donation flow and volunteer-registration section.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632704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E7C86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6327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 Documentation: completed project links were shared on social media (tagging InAmigos Foundation), and a structured feedback form was submitted on completion.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Alyssa Suri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6217920"/>
            <a:ext cx="2560320" cy="2560320"/>
          </a:xfrm>
          <a:prstGeom prst="ellipse">
            <a:avLst/>
          </a:prstGeom>
          <a:solidFill>
            <a:srgbClr val="FFFFFF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5564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6093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&amp; JavaScript (ES6)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185416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331720"/>
            <a:ext cx="164592" cy="16459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854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— AI-assisted dev environment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07792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614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— AI-assisted planning &amp; coding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48386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337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Figma-style HTML/CSS prototyping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059936"/>
            <a:ext cx="164592" cy="16459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136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deployment &amp; hosting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63600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48970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version control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400800" y="1170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Static Front-End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0840" y="1691640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85432" y="195681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88543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09397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— nav, hero, about, skills, projects, contact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068312" y="2587752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2770632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85432" y="3035808"/>
            <a:ext cx="365760" cy="36576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688543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06640" y="2862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Layer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06640" y="317296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mobile-first CSS3 across desktop &amp; mobile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068312" y="3666744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3849624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85432" y="4114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88543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06640" y="394106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Layer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4251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for navigation, smooth scroll &amp; dynamic UI states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7068312" y="4745736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4928616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85432" y="519379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4" name="Text 42"/>
          <p:cNvSpPr/>
          <p:nvPr/>
        </p:nvSpPr>
        <p:spPr>
          <a:xfrm>
            <a:off x="6885432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06640" y="50200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Layer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406640" y="53309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3C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on Vercel — live public URL, no backend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Alyssa Suri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474720" cy="34747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91440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of the internship, as delivered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5270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fully functional, deployed web projects — personal portfolio and “Learn with AI”.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384048" cy="38404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3992" y="15270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prioritized, actionable UI/UX improvement document for InAmigos Foundation's website.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276148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for the top-priority donation-flow and volunteer-registration recommendations.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384048" cy="38404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93992" y="276148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hands-on experience with AI-assisted development tools (Claude, Google AntiGravity).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39959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UI/UX auditing, responsive development and documentation practice.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263640" y="4069080"/>
            <a:ext cx="384048" cy="38404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3992" y="39959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Internship Completion Certificate awarded by InAmigos Foundation.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06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exposure to AI-assisted, front-end web development in a real-world, non-profit-facing context — combining independent project delivery with structured UI/UX analysis for InAmigos Foundation.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2026-08-30T10:00:22Z</dcterms:created>
  <dcterms:modified xsi:type="dcterms:W3CDTF">2026-08-30T10:00:22Z</dcterms:modified>
</cp:coreProperties>
</file>